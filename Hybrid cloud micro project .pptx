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7" r:id="rId10"/>
    <p:sldId id="275" r:id="rId11"/>
    <p:sldId id="278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RGADEVI P" initials="DP" lastIdx="1" clrIdx="0">
    <p:extLst>
      <p:ext uri="{19B8F6BF-5375-455C-9EA6-DF929625EA0E}">
        <p15:presenceInfo xmlns:p15="http://schemas.microsoft.com/office/powerpoint/2012/main" userId="a774cb891f9ec06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16" autoAdjust="0"/>
    <p:restoredTop sz="93978"/>
  </p:normalViewPr>
  <p:slideViewPr>
    <p:cSldViewPr showGuides="1">
      <p:cViewPr varScale="1">
        <p:scale>
          <a:sx n="104" d="100"/>
          <a:sy n="104" d="100"/>
        </p:scale>
        <p:origin x="872" y="20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C0BD52C-1488-4859-A254-A4C4FAE88D7C}" type="datetimeFigureOut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01/04/2026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>
              <a:buNone/>
            </a:pPr>
            <a:fld id="{9A0DB2DC-4C9A-4742-B13C-FB6460FD3503}" type="slidenum">
              <a:rPr lang="en-GB" altLang="x-none" sz="1200" dirty="0"/>
              <a:t>‹#›</a:t>
            </a:fld>
            <a:endParaRPr lang="en-GB" altLang="x-none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4/1/26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4/1/26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4/1/26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4/1/26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4/1/26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4/1/26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4/1/26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4/1/26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4/1/26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4/1/26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4/1/26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4/1/26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  <p:pic>
        <p:nvPicPr>
          <p:cNvPr id="1031" name="Picture 6" descr="A close up of a logo&#10;&#10;AI-generated content may be incorrect., Pictur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886200" y="115888"/>
            <a:ext cx="5113338" cy="91281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E7137-8B12-723D-6746-674E1607A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1122363"/>
            <a:ext cx="8915400" cy="2001837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Monitoring Dashboard Study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Azure Monitor for Virtual Machine Performance Monitoring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490B55-27D7-C306-81F0-71991D55F7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85280" y="3475672"/>
            <a:ext cx="626408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IN" dirty="0">
                <a:latin typeface="Arial" panose="020B0604020202020204" pitchFamily="34" charset="0"/>
              </a:rPr>
              <a:t>Course Code: 6IT1284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algn="l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Course Name : </a:t>
            </a:r>
            <a:r>
              <a:rPr lang="en-IN" dirty="0">
                <a:latin typeface="Arial" panose="020B0604020202020204" pitchFamily="34" charset="0"/>
              </a:rPr>
              <a:t>Hybrid Cloud Architecture and M</a:t>
            </a:r>
            <a:r>
              <a:rPr lang="en-IN" dirty="0"/>
              <a:t>anagement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Faculty Name : Dr Durgadevi 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Team Number: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73D26F-FC8F-CCEE-4EBD-B92BE3D95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0238" y="4953000"/>
            <a:ext cx="4587687" cy="1754326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Student Name - Register Number</a:t>
            </a:r>
          </a:p>
          <a:p>
            <a:pPr algn="l" defTabSz="914400">
              <a:lnSpc>
                <a:spcPct val="100000"/>
              </a:lnSpc>
              <a:spcBef>
                <a:spcPct val="0"/>
              </a:spcBef>
            </a:pPr>
            <a:r>
              <a:rPr lang="en-US" altLang="en-US" dirty="0" err="1">
                <a:latin typeface="Arial" panose="020B0604020202020204" pitchFamily="34" charset="0"/>
              </a:rPr>
              <a:t>Peddakotla</a:t>
            </a:r>
            <a:r>
              <a:rPr lang="en-US" altLang="en-US" dirty="0">
                <a:latin typeface="Arial" panose="020B0604020202020204" pitchFamily="34" charset="0"/>
              </a:rPr>
              <a:t> Vennala-2023BIFT07AED064,</a:t>
            </a:r>
          </a:p>
          <a:p>
            <a:pPr algn="l" defTabSz="914400">
              <a:lnSpc>
                <a:spcPct val="100000"/>
              </a:lnSpc>
              <a:spcBef>
                <a:spcPct val="0"/>
              </a:spcBef>
            </a:pPr>
            <a:r>
              <a:rPr lang="en-US" altLang="en-US" dirty="0">
                <a:latin typeface="Arial" panose="020B0604020202020204" pitchFamily="34" charset="0"/>
              </a:rPr>
              <a:t>Thejashri S - 2023BIFT07AED005,</a:t>
            </a:r>
          </a:p>
          <a:p>
            <a:pPr algn="l" defTabSz="914400">
              <a:lnSpc>
                <a:spcPct val="100000"/>
              </a:lnSpc>
              <a:spcBef>
                <a:spcPct val="0"/>
              </a:spcBef>
            </a:pPr>
            <a:r>
              <a:rPr lang="en-US" altLang="en-US" dirty="0">
                <a:latin typeface="Arial" panose="020B0604020202020204" pitchFamily="34" charset="0"/>
              </a:rPr>
              <a:t>Reethika M - 2023BIFT07AED063</a:t>
            </a:r>
          </a:p>
          <a:p>
            <a:pPr algn="l" defTabSz="914400">
              <a:lnSpc>
                <a:spcPct val="100000"/>
              </a:lnSpc>
              <a:spcBef>
                <a:spcPct val="0"/>
              </a:spcBef>
            </a:pPr>
            <a:endParaRPr lang="en-US" altLang="en-US" dirty="0">
              <a:latin typeface="Arial" panose="020B0604020202020204" pitchFamily="34" charset="0"/>
            </a:endParaRPr>
          </a:p>
          <a:p>
            <a:pPr algn="l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583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12032-9BFC-172B-7A95-791AE5645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340995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C92DA6-2C65-57CB-BDFD-6DE928A18983}"/>
              </a:ext>
            </a:extLst>
          </p:cNvPr>
          <p:cNvSpPr txBox="1"/>
          <p:nvPr/>
        </p:nvSpPr>
        <p:spPr>
          <a:xfrm>
            <a:off x="622472" y="1495277"/>
            <a:ext cx="838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</a:t>
            </a:r>
          </a:p>
          <a:p>
            <a:pPr algn="l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monitoring the performance of a Virtual Machine using Azure Monitor. It collects and visualizes real-time metrics such as CPU and memory usage through graphs and dashboard.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328AF66-CBB8-3B82-401A-9B256876F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472" y="3239065"/>
            <a:ext cx="813435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traditional systems, it is difficult to track resource performance in real time, which may lead to inefficiency and delayed issue detection.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65A165F-3E9F-4CFD-CFCD-CC6C196C7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472" y="4572000"/>
            <a:ext cx="83820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Why this Micro Project is Important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real-time monitoring of cloud resources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system performance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in tracking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modern cloud-based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44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58D00-E237-AF0E-9B42-DA7391CCA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A750C2-3598-1B79-C2A8-27F1B4E75C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7185" y="1951672"/>
            <a:ext cx="683895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Main Goals of the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monitor the performance of a Virtual Machine in Azure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collect real-time data using Azure Monitor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system metrics through graphs and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9AE7B-00BB-B3D6-656E-BED30BA88F05}"/>
              </a:ext>
            </a:extLst>
          </p:cNvPr>
          <p:cNvSpPr txBox="1"/>
          <p:nvPr/>
        </p:nvSpPr>
        <p:spPr>
          <a:xfrm>
            <a:off x="2743200" y="3698222"/>
            <a:ext cx="5105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Aim to Achieve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CPU and memory usage of the VM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cloud monitoring concepts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system performance tracking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 hands-on experience with Azure tools</a:t>
            </a:r>
          </a:p>
        </p:txBody>
      </p:sp>
    </p:spTree>
    <p:extLst>
      <p:ext uri="{BB962C8B-B14F-4D97-AF65-F5344CB8AC3E}">
        <p14:creationId xmlns:p14="http://schemas.microsoft.com/office/powerpoint/2010/main" val="3903508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4DE6C-80D8-DDDF-6E33-074745DDB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4191000" cy="1325563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GB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EB64A17-941C-CF16-6074-1656257C3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643" y="1515070"/>
            <a:ext cx="85344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Clearly Define the Issue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Monitoring the performance of cloud resources like Virtual Machines is challenging without proper tools, as it is difficult to track CPU and memory usage in real time.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612D030-01BA-FBB1-2ADE-F5B9BCA11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21" y="2711182"/>
            <a:ext cx="855911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Challenges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performance visibility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identifying system issues quickly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is time-consuming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Inefficient resource utilization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25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11D2D-F2E4-F2C4-E7B6-B1ADBEE2E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65125"/>
            <a:ext cx="37338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br>
              <a:rPr lang="en-GB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3A04331-52EF-D288-41AD-F045FDCAA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32" y="1533602"/>
            <a:ext cx="857970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Idea / Approach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 Azure Monitor to monitor VM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 real-time metrics like CPU and memory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Visualize data using graphs and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1BB42D3-B5C7-C33C-23FD-4B09DA38F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146" y="3733800"/>
            <a:ext cx="857970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How it Solves the Problem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performance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detect issues quickly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monitoring effort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efficient resource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827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91D0-2701-C1F0-0847-89EE34971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896"/>
            <a:ext cx="3581400" cy="1325563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b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/>
            </a:b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E02FE6-B48F-EEF2-E93E-10E46FEE33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963579"/>
            <a:ext cx="81534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Microsoft Azure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Tools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Azure Portal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Azure Monitor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Resources Used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 (VM)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Programming Languages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required (No coding involved in this project)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Frameworks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applicable 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16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D60E8-BED7-57A9-B5E0-7C0E0B4F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1000"/>
            <a:ext cx="4171950" cy="1325563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Architecture</a:t>
            </a:r>
            <a:b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015DD-99A7-51E5-FDE5-D3D4E9954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968" y="1371600"/>
            <a:ext cx="3562350" cy="33528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Virtual Machine (VM) ]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Azure Monitor Metrics ]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Data Processing &amp; Analysis ]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Dashboard / Graph Visualization 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0C31A1B0-569E-1628-6439-08BD98EF3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7151" y="1379838"/>
            <a:ext cx="527684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Explanation: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📥 Input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Virtual Machine performance data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CPU usage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Memory usage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⚙️ Process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Azure Monitor collects metrics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Data is analyzed and processed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Metrics are converted into visual graphs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📤 Output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Performance graphs (CPU &amp; Memory)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Dashboard visualization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Real-time monitoring results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72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70F8-27FB-4C7D-DF4B-84DFA74E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00062"/>
            <a:ext cx="3657600" cy="1325563"/>
          </a:xfrm>
        </p:spPr>
        <p:txBody>
          <a:bodyPr/>
          <a:lstStyle/>
          <a:p>
            <a:r>
              <a:rPr lang="en-GB" b="1" dirty="0"/>
              <a:t>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Working</a:t>
            </a:r>
            <a:br>
              <a:rPr lang="en-GB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C48E35-8A6B-1767-2016-3764095CB1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600637"/>
            <a:ext cx="440055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Step-by-Step Working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Virtual Machine in Azure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 Azure Monitor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Choose the Virtual Machine (monitor-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metrics (CPU, Memory)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graphs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metrics to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BA7B8-FC0D-A905-3841-C5A62A1006D2}"/>
              </a:ext>
            </a:extLst>
          </p:cNvPr>
          <p:cNvSpPr txBox="1"/>
          <p:nvPr/>
        </p:nvSpPr>
        <p:spPr>
          <a:xfrm>
            <a:off x="5257800" y="1447800"/>
            <a:ext cx="3733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VM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Azure Monitor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Metrics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VM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CPU &amp; Memory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Graph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Dashboard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36998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3725F-24CD-84F0-FEDF-FDBE42CC6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65125"/>
            <a:ext cx="3733800" cy="1325563"/>
          </a:xfrm>
        </p:spPr>
        <p:txBody>
          <a:bodyPr/>
          <a:lstStyle/>
          <a:p>
            <a:r>
              <a:rPr lang="en-GB" b="1" dirty="0"/>
              <a:t>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EECF7-9784-D67B-6B82-4A0C1F8DE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8750"/>
            <a:ext cx="7886700" cy="474821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Screenshots of the Project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E59B9B-6C13-C8D4-8449-EED5F4C4C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19" y="1902941"/>
            <a:ext cx="4720281" cy="4587875"/>
          </a:xfrm>
          <a:prstGeom prst="rect">
            <a:avLst/>
          </a:prstGeom>
        </p:spPr>
      </p:pic>
      <p:pic>
        <p:nvPicPr>
          <p:cNvPr id="30" name="Picture 2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638866-BC76-6DAF-1DE0-5D92F71DF2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529577"/>
            <a:ext cx="4110681" cy="502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769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C2C1FB-2194-87D3-1995-9B2D7EA1B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26" b="3324"/>
          <a:stretch>
            <a:fillRect/>
          </a:stretch>
        </p:blipFill>
        <p:spPr>
          <a:xfrm>
            <a:off x="419100" y="3048000"/>
            <a:ext cx="8305800" cy="188646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6B2952-90F1-DB48-6C85-6D12C79A2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79" b="19436"/>
          <a:stretch>
            <a:fillRect/>
          </a:stretch>
        </p:blipFill>
        <p:spPr>
          <a:xfrm>
            <a:off x="381000" y="1066800"/>
            <a:ext cx="8458200" cy="1981200"/>
          </a:xfrm>
          <a:prstGeom prst="rect">
            <a:avLst/>
          </a:prstGeom>
        </p:spPr>
      </p:pic>
      <p:pic>
        <p:nvPicPr>
          <p:cNvPr id="17" name="Content Placeholder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BFB9D62-6D30-4B90-7688-DF17E3611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503"/>
          <a:stretch>
            <a:fillRect/>
          </a:stretch>
        </p:blipFill>
        <p:spPr>
          <a:xfrm>
            <a:off x="510746" y="4876801"/>
            <a:ext cx="8305800" cy="198120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685472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F7F2C-5708-DEDC-EF98-BE68ADA9A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4000"/>
            <a:ext cx="8534400" cy="4652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>
              <a:buFont typeface="Wingdings" pitchFamily="2" charset="2"/>
              <a:buChar char="Ø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of Virtual Machine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CPU and memory usage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Easy-to-use Azure Monitor interface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with multiple metric tiles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132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B3A1-3256-2FAF-BEF3-8863A9023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3657600" cy="1325563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FE5A7-C908-4F00-1A0E-FF44E4263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46200"/>
            <a:ext cx="7886700" cy="6889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Output Screenshots</a:t>
            </a:r>
            <a:endParaRPr lang="en-GB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03DFBC-4BC8-4985-C4B6-9AFD8ECC47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11" y="1727757"/>
            <a:ext cx="6324600" cy="39989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F264D6-0DBA-7406-7914-4B49FB3DD1C8}"/>
              </a:ext>
            </a:extLst>
          </p:cNvPr>
          <p:cNvSpPr txBox="1"/>
          <p:nvPr/>
        </p:nvSpPr>
        <p:spPr>
          <a:xfrm>
            <a:off x="3657600" y="4886576"/>
            <a:ext cx="61720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b="1" dirty="0"/>
              <a:t>Performance / Observations</a:t>
            </a:r>
          </a:p>
          <a:p>
            <a:r>
              <a:rPr lang="en-IN" dirty="0"/>
              <a:t>	CPU usage varies based on system activity</a:t>
            </a:r>
          </a:p>
          <a:p>
            <a:r>
              <a:rPr lang="en-IN" dirty="0"/>
              <a:t>	Memory usage remains stable during operation</a:t>
            </a:r>
          </a:p>
          <a:p>
            <a:r>
              <a:rPr lang="en-IN" dirty="0"/>
              <a:t>	Real-time graphs help in performance analysis</a:t>
            </a:r>
          </a:p>
          <a:p>
            <a:r>
              <a:rPr lang="en-IN" dirty="0"/>
              <a:t>	System monitoring is accurate and efficient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807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96F04-1ACA-C4CE-E608-619ECB136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3733800" cy="1325563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12E21-C287-4EEC-5669-35A7AD070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14601"/>
            <a:ext cx="3333750" cy="3662362"/>
          </a:xfrm>
        </p:spPr>
        <p:txBody>
          <a:bodyPr/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performance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failover</a:t>
            </a:r>
          </a:p>
          <a:p>
            <a:pPr marL="0" indent="0">
              <a:buNone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795A7-3158-B6E6-6DA7-43DB6C246DAA}"/>
              </a:ext>
            </a:extLst>
          </p:cNvPr>
          <p:cNvSpPr txBox="1"/>
          <p:nvPr/>
        </p:nvSpPr>
        <p:spPr>
          <a:xfrm>
            <a:off x="4572000" y="2514601"/>
            <a:ext cx="434957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Depends on internet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complexity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Possible setup errors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Slight delay in data sync</a:t>
            </a:r>
          </a:p>
        </p:txBody>
      </p:sp>
    </p:spTree>
    <p:extLst>
      <p:ext uri="{BB962C8B-B14F-4D97-AF65-F5344CB8AC3E}">
        <p14:creationId xmlns:p14="http://schemas.microsoft.com/office/powerpoint/2010/main" val="2016585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348A-E01A-81CA-0D50-EBF93F1A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289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/ Improvements</a:t>
            </a:r>
            <a:br>
              <a:rPr lang="fr-FR" b="1" dirty="0"/>
            </a:br>
            <a:br>
              <a:rPr lang="fr-FR" dirty="0"/>
            </a:b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2459DE-1F67-F40F-99CA-9BAE9CEEE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905000"/>
            <a:ext cx="7315200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 Scaling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handle high traffic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security mechanisms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(firewall, encryption)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monitoring and alert system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to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geographic regions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replication and synchronization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 balancing within each region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734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61DBB-2BB7-4435-618B-912531C98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65125"/>
            <a:ext cx="3048000" cy="1325563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0295D3-0343-1E3A-F981-CC822635C0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663915"/>
            <a:ext cx="7772400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Summary of the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a multi-region cloud infrastructure using Microsoft Azure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Deployed virtual machines in Central India and East 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Configured Traffic Manager for routing and failover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 disaster recovery mechanism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Outcome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 high availability and fault tolerance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Ensured continuous service during failures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demonstrated automatic failover between regions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downtime and improved system reliability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39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8CFE-0C0D-1D2E-0E2F-951045995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5125"/>
            <a:ext cx="3200400" cy="1325563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C256C1-B123-4E2F-8B52-FF3FEC7C9F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600637"/>
            <a:ext cx="88392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Cloud Computing: Concepts, Technology &amp; Architecture – Thomas Erl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Distributed Systems Principles – Andrew S. Tanenbaum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Websites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https://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learn.microsoft.com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/azure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https://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azure.microsoft.com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https://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www.geeksforgeeks.org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https://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www.tutorialspoint.com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“Cloud Computing and Disaster Recovery” – IEEE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“Multi-Region Cloud Architecture for High Availability”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Microsoft Azure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Azure Portal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Virtual Machines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Traffic Manager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Apache Web Server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679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2985E-5A94-8D3A-9742-70AC08626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3486150" cy="1325563"/>
          </a:xfrm>
        </p:spPr>
        <p:txBody>
          <a:bodyPr/>
          <a:lstStyle/>
          <a:p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72F9D-9645-88FD-82A0-BF1F40085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90799"/>
            <a:ext cx="7886700" cy="1325563"/>
          </a:xfrm>
        </p:spPr>
        <p:txBody>
          <a:bodyPr/>
          <a:lstStyle/>
          <a:p>
            <a:pPr marL="0" indent="0" algn="ctr">
              <a:buNone/>
            </a:pPr>
            <a:r>
              <a:rPr 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2590273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1785</TotalTime>
  <Words>824</Words>
  <Application>Microsoft Macintosh PowerPoint</Application>
  <PresentationFormat>On-screen Show (4:3)</PresentationFormat>
  <Paragraphs>181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Times New Roman</vt:lpstr>
      <vt:lpstr>Wingdings</vt:lpstr>
      <vt:lpstr>1_Office Theme</vt:lpstr>
      <vt:lpstr>Cloud Monitoring Dashboard Study Using Azure Monitor for Virtual Machine Performance Monitoring </vt:lpstr>
      <vt:lpstr>Introduction </vt:lpstr>
      <vt:lpstr>Objectives </vt:lpstr>
      <vt:lpstr>Problem Statement  </vt:lpstr>
      <vt:lpstr> Proposed Solution  </vt:lpstr>
      <vt:lpstr>Technologies Used  </vt:lpstr>
      <vt:lpstr> System Architecture  </vt:lpstr>
      <vt:lpstr> Methodology / Working  </vt:lpstr>
      <vt:lpstr> Implementation </vt:lpstr>
      <vt:lpstr>PowerPoint Presentation</vt:lpstr>
      <vt:lpstr>PowerPoint Presentation</vt:lpstr>
      <vt:lpstr>Results </vt:lpstr>
      <vt:lpstr>Advantages &amp; Limitations </vt:lpstr>
      <vt:lpstr>Future Scope / Improvements  </vt:lpstr>
      <vt:lpstr>Conclusion </vt:lpstr>
      <vt:lpstr>References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Scheduling Algorithms - FCFS (First Come First Serve) - SJF (Shortest Job First)</dc:title>
  <dc:creator>krishnan</dc:creator>
  <cp:lastModifiedBy>THEJA SHRI S</cp:lastModifiedBy>
  <cp:revision>482</cp:revision>
  <dcterms:created xsi:type="dcterms:W3CDTF">2006-08-16T00:00:00Z</dcterms:created>
  <dcterms:modified xsi:type="dcterms:W3CDTF">2026-04-01T11:26:59Z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CFF747AF3BB64A09A0D013FEB7A3C1E4_12</vt:lpwstr>
  </property>
  <property fmtid="{D5CDD505-2E9C-101B-9397-08002B2CF9AE}" pid="3" name="KSOProductBuildVer">
    <vt:lpwstr>2057-12.2.0.23196</vt:lpwstr>
  </property>
</Properties>
</file>